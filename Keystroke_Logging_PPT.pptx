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Keystroke Logging Demonstration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Anmol Tiwari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and record keyboard input</a:t>
            </a:r>
          </a:p>
          <a:p>
            <a:r>
              <a:t>• Store data in JSON and TXT format</a:t>
            </a:r>
          </a:p>
          <a:p>
            <a:r>
              <a:t>• Run continuously and stop with ESC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Captures key press and release events</a:t>
            </a:r>
          </a:p>
          <a:p>
            <a:r>
              <a:t>• Uses Python and pynput library</a:t>
            </a:r>
          </a:p>
          <a:p>
            <a:r>
              <a:t>• Stores structured data in logs.json</a:t>
            </a:r>
          </a:p>
          <a:p>
            <a:r>
              <a:t>• Saves readable data in logs.txt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and Learners</a:t>
            </a:r>
          </a:p>
          <a:p>
            <a:r>
              <a:t>• Teachers</a:t>
            </a:r>
          </a:p>
          <a:p>
            <a:r>
              <a:t>• Cybersecurity Professionals</a:t>
            </a:r>
          </a:p>
          <a:p>
            <a:r>
              <a:t>• Developers and Researchers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pynput library</a:t>
            </a:r>
          </a:p>
          <a:p>
            <a:r>
              <a:t>• JSON &amp; TXT files</a:t>
            </a:r>
          </a:p>
          <a:p>
            <a:r>
              <a:t>• Windows 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logs keystrokes</a:t>
            </a:r>
          </a:p>
          <a:p>
            <a:r>
              <a:t>• Stores data in files</a:t>
            </a:r>
          </a:p>
          <a:p>
            <a:r>
              <a:t>• Demonstrates real-time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Screenshot 2026-03-28 1155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415" y="349250"/>
            <a:ext cx="4114800" cy="6508987"/>
          </a:xfrm>
          <a:prstGeom prst="rect">
            <a:avLst/>
          </a:prstGeom>
        </p:spPr>
      </p:pic>
      <p:pic>
        <p:nvPicPr>
          <p:cNvPr id="5" name="Picture 4" descr="Screenshot 2026-03-28 120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18204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IN" altLang="en-GB"/>
              <a:t>Output Screenshort</a:t>
            </a:r>
            <a:endParaRPr lang="en-IN" altLang="en-GB"/>
          </a:p>
        </p:txBody>
      </p:sp>
      <p:pic>
        <p:nvPicPr>
          <p:cNvPr id="3" name="Picture 2" descr="Screenshot 2026-03-28 1257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8925" y="2476500"/>
            <a:ext cx="3486150" cy="1295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WPS Presentation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Keystroke Logging Demonstration</vt:lpstr>
      <vt:lpstr>Problem Statement</vt:lpstr>
      <vt:lpstr>Project Description</vt:lpstr>
      <vt:lpstr>End Users</vt:lpstr>
      <vt:lpstr>Technology Used</vt:lpstr>
      <vt:lpstr>Results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anmol tiwari</cp:lastModifiedBy>
  <cp:revision>3</cp:revision>
  <dcterms:created xsi:type="dcterms:W3CDTF">2013-01-27T09:14:00Z</dcterms:created>
  <dcterms:modified xsi:type="dcterms:W3CDTF">2026-03-28T07:36:22Z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CBE262A88E90429CBEA4C60E1875ECD2_13</vt:lpwstr>
  </property>
  <property fmtid="{D5CDD505-2E9C-101B-9397-08002B2CF9AE}" pid="3" name="KSOProductBuildVer">
    <vt:lpwstr>2057-12.2.0.23197</vt:lpwstr>
  </property>
</Properties>
</file>